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C905-9C6E-8F5E-3C6E-3372B503E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46AA5-506C-C0C8-6418-07A73A899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2BE40-3273-43B7-C653-6B88CF66C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F5A9C-58DD-4BC2-A50B-13D73F2B332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AEA21-DDEE-FF15-9369-966E22F0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FF28B-9F7F-7A8E-E3AF-34CAFD27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E475-B6FE-4A2C-93C0-3FB3B3D1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56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89FD1-3439-F7BD-E692-073B60703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855A5-170F-5999-50E6-6B6C1E23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36821-37E5-23AC-5511-7522AFCC9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F5A9C-58DD-4BC2-A50B-13D73F2B332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E1A86-0EC2-AB9A-8D4F-3605B7F7B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925C3-DE58-4027-3A1C-BC6FCACD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E475-B6FE-4A2C-93C0-3FB3B3D1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10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40B51-66D1-BAFE-8512-FC7B77C4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43B7F-2950-650A-A3BE-EB69D2A8C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B55F1-268A-3726-9ECB-2C3A42B01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F5A9C-58DD-4BC2-A50B-13D73F2B332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ED288-58D5-EB71-958E-B6CCA9F11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4623E-2D53-0513-93E1-CC931591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E475-B6FE-4A2C-93C0-3FB3B3D1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859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A28A-9E8B-77CE-643E-1A22B341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5D181-44B0-0597-1619-CF1F0CC3E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EB561-8652-C77E-46DD-B196836C8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7C91C-C17F-422E-92A8-AA2E418A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F5A9C-58DD-4BC2-A50B-13D73F2B332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4472B-0682-33C8-9D9C-AA95475B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4D0E5-12FC-7C1C-28A6-334DF724B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E475-B6FE-4A2C-93C0-3FB3B3D1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741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C1224-171E-C177-AD6F-63DE8AF0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A83A3-9E81-8B66-02A2-67FBEC66D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F7FA9F-C6EB-BDD6-12E6-1FB9254C6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10193-4A9E-D34B-EC24-7242B2D26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A83E0-0945-56B6-AF20-94E9C7928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BD32CD-EB92-4210-A633-CD2B1535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F5A9C-58DD-4BC2-A50B-13D73F2B332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6CAA6D-4384-21AE-3645-2A4EB6EF7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0A3859-8AD0-54FA-7A44-97BBCD09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E475-B6FE-4A2C-93C0-3FB3B3D1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88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3E72-2202-19C1-617C-F7BD620F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74E5C-419E-A443-CC4F-04A82413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F5A9C-58DD-4BC2-A50B-13D73F2B332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89AFA-2F0B-0370-323F-CA36AB69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5945E1-5C87-6FFA-8564-B92075DE9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E475-B6FE-4A2C-93C0-3FB3B3D1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12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E8E19C-52EE-F7CF-02A3-A4A070AB8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F5A9C-58DD-4BC2-A50B-13D73F2B332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C688F-4939-85E6-5847-202101837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7697B-E057-8BD3-9E6C-2CFBCF3B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E475-B6FE-4A2C-93C0-3FB3B3D1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602B9-AC26-FBAC-DF34-74B2EFEF5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255B6-ADD3-4CFF-D5A9-8583BC22A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DB80A-4754-3C31-EAE2-9E420AFD0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BF47F-2165-5519-86CA-FE66FD5E6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F5A9C-58DD-4BC2-A50B-13D73F2B332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78E50-E719-48A6-2CCC-8B5BE0DD9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9D144-1B0D-691D-7DF0-C61295BC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E475-B6FE-4A2C-93C0-3FB3B3D1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00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7B67-D19B-2BF9-33E9-BDA45D708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48F47F-1A31-D734-399B-6C1D1B776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18D42-C833-5033-286D-F1444488B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5502F-6555-C8EF-59D3-D58BA215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F5A9C-58DD-4BC2-A50B-13D73F2B332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4B365-6160-48DB-DFD7-A5F773BB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5EE1ED-9666-C2B6-EA7A-9865EB525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E475-B6FE-4A2C-93C0-3FB3B3D1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771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B2CA3-0FF0-AB0D-5A80-FE31FDC29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A5518-652D-6343-6E89-58F2E93B6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746C0-7749-A3A2-F287-FD85C6689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F5A9C-58DD-4BC2-A50B-13D73F2B332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F2307-9FFF-084E-FA3D-4F9F84D7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42C46-BC9A-96C9-FCD4-5EDEEBC16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E475-B6FE-4A2C-93C0-3FB3B3D1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208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120BBD-6F0A-4BFF-9D9B-6B408E117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BF0B3-1F42-76EC-B806-B816240B2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F6B2-52FE-3D67-A6D8-A4B7EF0A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F5A9C-58DD-4BC2-A50B-13D73F2B332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311DE-9BEE-0273-C344-97562585C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107FC-3377-C97D-B5DE-E2D407E1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E475-B6FE-4A2C-93C0-3FB3B3D1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37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F44761-9210-3C22-46E0-32516200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F558C-27AC-8388-AAEA-015A9026C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539A9-7860-2641-2E02-6E8B8830DD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F5A9C-58DD-4BC2-A50B-13D73F2B332A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C5B97-CF05-8337-8D5D-E793BEE02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809C2-58F4-683E-0F5A-7A777EF0D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B0E475-B6FE-4A2C-93C0-3FB3B3D1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8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5E3CEF9-F559-DAA5-B079-2CEF0C2C75EF}"/>
              </a:ext>
            </a:extLst>
          </p:cNvPr>
          <p:cNvSpPr/>
          <p:nvPr/>
        </p:nvSpPr>
        <p:spPr>
          <a:xfrm>
            <a:off x="1016000" y="1524000"/>
            <a:ext cx="10160000" cy="3810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Segoe UI" panose="020B0502040204020203" pitchFamily="34" charset="0"/>
              </a:rPr>
              <a:t>Pausible MCP Test</a:t>
            </a:r>
          </a:p>
          <a:p>
            <a:pPr algn="ctr"/>
            <a:r>
              <a:rPr lang="en-US" sz="3600" b="1">
                <a:solidFill>
                  <a:srgbClr val="FFFFFF"/>
                </a:solidFill>
                <a:latin typeface="Segoe UI" panose="020B0502040204020203" pitchFamily="34" charset="0"/>
              </a:rPr>
              <a:t>PowerPoint MCP OK</a:t>
            </a:r>
            <a:endParaRPr lang="en-IN" sz="3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03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Pranav Narkhede</dc:creator>
  <cp:lastModifiedBy>Pranav Narkhede</cp:lastModifiedBy>
  <cp:revision>1</cp:revision>
  <dcterms:created xsi:type="dcterms:W3CDTF">2026-06-12T18:25:57Z</dcterms:created>
  <dcterms:modified xsi:type="dcterms:W3CDTF">2026-06-12T18:25:57Z</dcterms:modified>
</cp:coreProperties>
</file>